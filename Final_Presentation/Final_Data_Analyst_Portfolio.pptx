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2562" y="1260283"/>
            <a:ext cx="424815" cy="0"/>
          </a:xfrm>
          <a:custGeom>
            <a:avLst/>
            <a:gdLst/>
            <a:ahLst/>
            <a:cxnLst/>
            <a:rect l="l" t="t" r="r" b="b"/>
            <a:pathLst>
              <a:path w="424815">
                <a:moveTo>
                  <a:pt x="0" y="0"/>
                </a:moveTo>
                <a:lnTo>
                  <a:pt x="424799" y="0"/>
                </a:lnTo>
              </a:path>
            </a:pathLst>
          </a:custGeom>
          <a:ln w="38099">
            <a:solidFill>
              <a:srgbClr val="039BE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0925" y="573259"/>
            <a:ext cx="822214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925" y="1553706"/>
            <a:ext cx="4432935" cy="3281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5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799" y="67260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39" h="1125220">
                <a:moveTo>
                  <a:pt x="0" y="1124950"/>
                </a:moveTo>
                <a:lnTo>
                  <a:pt x="0" y="0"/>
                </a:lnTo>
                <a:lnTo>
                  <a:pt x="1081624" y="0"/>
                </a:lnTo>
              </a:path>
            </a:pathLst>
          </a:custGeom>
          <a:ln w="28574">
            <a:solidFill>
              <a:srgbClr val="8BC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37562" y="33429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40" h="1125220">
                <a:moveTo>
                  <a:pt x="1081624" y="0"/>
                </a:moveTo>
                <a:lnTo>
                  <a:pt x="1081624" y="1124949"/>
                </a:lnTo>
                <a:lnTo>
                  <a:pt x="0" y="1124949"/>
                </a:lnTo>
              </a:path>
            </a:pathLst>
          </a:custGeom>
          <a:ln w="28574">
            <a:solidFill>
              <a:srgbClr val="8BC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59601" y="2817463"/>
            <a:ext cx="424815" cy="0"/>
          </a:xfrm>
          <a:custGeom>
            <a:avLst/>
            <a:gdLst/>
            <a:ahLst/>
            <a:cxnLst/>
            <a:rect l="l" t="t" r="r" b="b"/>
            <a:pathLst>
              <a:path w="424814">
                <a:moveTo>
                  <a:pt x="0" y="0"/>
                </a:moveTo>
                <a:lnTo>
                  <a:pt x="424799" y="0"/>
                </a:lnTo>
              </a:path>
            </a:pathLst>
          </a:custGeom>
          <a:ln w="38099">
            <a:solidFill>
              <a:srgbClr val="039BE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45465" y="893129"/>
            <a:ext cx="544512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500" b="0" dirty="0">
                <a:latin typeface="Georgia"/>
                <a:cs typeface="Georgia"/>
              </a:rPr>
              <a:t>Data</a:t>
            </a:r>
            <a:r>
              <a:rPr sz="3500" b="0" spc="20" dirty="0">
                <a:latin typeface="Georgia"/>
                <a:cs typeface="Georgia"/>
              </a:rPr>
              <a:t> </a:t>
            </a:r>
            <a:r>
              <a:rPr sz="3500" b="0" spc="180" dirty="0">
                <a:latin typeface="Georgia"/>
                <a:cs typeface="Georgia"/>
              </a:rPr>
              <a:t>Analyst</a:t>
            </a:r>
            <a:r>
              <a:rPr sz="3500" b="0" spc="20" dirty="0">
                <a:latin typeface="Georgia"/>
                <a:cs typeface="Georgia"/>
              </a:rPr>
              <a:t> </a:t>
            </a:r>
            <a:r>
              <a:rPr sz="3500" b="0" spc="85" dirty="0">
                <a:latin typeface="Georgia"/>
                <a:cs typeface="Georgia"/>
              </a:rPr>
              <a:t>Internship</a:t>
            </a:r>
            <a:r>
              <a:rPr sz="3500" b="0" spc="20" dirty="0">
                <a:latin typeface="Georgia"/>
                <a:cs typeface="Georgia"/>
              </a:rPr>
              <a:t> </a:t>
            </a:r>
            <a:r>
              <a:rPr sz="3500" b="0" spc="85" dirty="0">
                <a:latin typeface="Georgia"/>
                <a:cs typeface="Georgia"/>
              </a:rPr>
              <a:t>– </a:t>
            </a:r>
            <a:r>
              <a:rPr sz="3500" b="0" spc="55" dirty="0">
                <a:latin typeface="Georgia"/>
                <a:cs typeface="Georgia"/>
              </a:rPr>
              <a:t>End-</a:t>
            </a:r>
            <a:r>
              <a:rPr sz="3500" b="0" dirty="0">
                <a:latin typeface="Georgia"/>
                <a:cs typeface="Georgia"/>
              </a:rPr>
              <a:t>to-</a:t>
            </a:r>
            <a:r>
              <a:rPr sz="3500" b="0" spc="55" dirty="0">
                <a:latin typeface="Georgia"/>
                <a:cs typeface="Georgia"/>
              </a:rPr>
              <a:t>End</a:t>
            </a:r>
            <a:r>
              <a:rPr sz="3500" b="0" spc="125" dirty="0">
                <a:latin typeface="Georgia"/>
                <a:cs typeface="Georgia"/>
              </a:rPr>
              <a:t> </a:t>
            </a:r>
            <a:r>
              <a:rPr sz="3500" b="0" spc="-10" dirty="0">
                <a:latin typeface="Georgia"/>
                <a:cs typeface="Georgia"/>
              </a:rPr>
              <a:t>Project </a:t>
            </a:r>
            <a:r>
              <a:rPr sz="3500" b="0" spc="35" dirty="0">
                <a:latin typeface="Georgia"/>
                <a:cs typeface="Georgia"/>
              </a:rPr>
              <a:t>Portfolio</a:t>
            </a:r>
            <a:endParaRPr sz="35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2163" y="3404715"/>
            <a:ext cx="32899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Apex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Planet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Analytics Internship.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2000" b="1" spc="-40" dirty="0">
                <a:solidFill>
                  <a:srgbClr val="FFFFFF"/>
                </a:solidFill>
                <a:latin typeface="Arial"/>
                <a:cs typeface="Arial"/>
              </a:rPr>
              <a:t>Manoj Kumar </a:t>
            </a:r>
            <a:r>
              <a:rPr lang="en-US" sz="2000" b="1" spc="-40" dirty="0" err="1">
                <a:solidFill>
                  <a:srgbClr val="FFFFFF"/>
                </a:solidFill>
                <a:latin typeface="Arial"/>
                <a:cs typeface="Arial"/>
              </a:rPr>
              <a:t>Dodla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70" dirty="0">
                <a:latin typeface="Georgia"/>
                <a:cs typeface="Georgia"/>
              </a:rPr>
              <a:t>Internship</a:t>
            </a:r>
            <a:r>
              <a:rPr b="0" spc="25" dirty="0">
                <a:latin typeface="Georgia"/>
                <a:cs typeface="Georgia"/>
              </a:rPr>
              <a:t> </a:t>
            </a:r>
            <a:r>
              <a:rPr b="0" spc="110" dirty="0">
                <a:latin typeface="Georgia"/>
                <a:cs typeface="Georgia"/>
              </a:rPr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65" y="1416545"/>
            <a:ext cx="851916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2705" indent="-367030">
              <a:lnSpc>
                <a:spcPct val="15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Objective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internship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gain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hands-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experience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end-to-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end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analytics.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Worked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world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transactional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r>
              <a:rPr sz="18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simulate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scenarios</a:t>
            </a:r>
            <a:endParaRPr sz="1800">
              <a:latin typeface="Arial MT"/>
              <a:cs typeface="Arial MT"/>
            </a:endParaRPr>
          </a:p>
          <a:p>
            <a:pPr marL="379095" marR="566420" indent="-367030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Focused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assessment,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exploratory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analysis,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SQL-based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insights,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storytelling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Emphasis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converting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raw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actionable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Georgia"/>
                <a:cs typeface="Georgia"/>
              </a:rPr>
              <a:t>Task</a:t>
            </a:r>
            <a:r>
              <a:rPr b="0" spc="15" dirty="0">
                <a:latin typeface="Georgia"/>
                <a:cs typeface="Georgia"/>
              </a:rPr>
              <a:t> </a:t>
            </a:r>
            <a:r>
              <a:rPr b="0" spc="-190" dirty="0">
                <a:latin typeface="Georgia"/>
                <a:cs typeface="Georgia"/>
              </a:rPr>
              <a:t>1: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Data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90" dirty="0">
                <a:latin typeface="Georgia"/>
                <a:cs typeface="Georgia"/>
              </a:rPr>
              <a:t>Immersion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-260" dirty="0">
                <a:latin typeface="Georgia"/>
                <a:cs typeface="Georgia"/>
              </a:rPr>
              <a:t>&amp;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110" dirty="0">
                <a:latin typeface="Georgia"/>
                <a:cs typeface="Georgia"/>
              </a:rPr>
              <a:t>Wrangling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12557"/>
            <a:ext cx="7975600" cy="31699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Gained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clear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understanding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dataset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structure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variables</a:t>
            </a:r>
            <a:endParaRPr sz="180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Created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dictionary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documenting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column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meaning,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types,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relevance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Performed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initial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profiling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identify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quality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issues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Identified: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Missing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columns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Invalid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inconsistent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date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formats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Inconsistent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categorical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Potential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duplicate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records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Georgia"/>
                <a:cs typeface="Georgia"/>
              </a:rPr>
              <a:t>Data</a:t>
            </a:r>
            <a:r>
              <a:rPr b="0" spc="15" dirty="0">
                <a:latin typeface="Georgia"/>
                <a:cs typeface="Georgia"/>
              </a:rPr>
              <a:t> </a:t>
            </a:r>
            <a:r>
              <a:rPr b="0" spc="105" dirty="0">
                <a:latin typeface="Georgia"/>
                <a:cs typeface="Georgia"/>
              </a:rPr>
              <a:t>Cleaning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-260" dirty="0">
                <a:latin typeface="Georgia"/>
                <a:cs typeface="Georgia"/>
              </a:rPr>
              <a:t>&amp;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70" dirty="0">
                <a:latin typeface="Georgia"/>
                <a:cs typeface="Georgia"/>
              </a:rPr>
              <a:t>Preparation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65" dirty="0">
                <a:latin typeface="Georgia"/>
                <a:cs typeface="Georgia"/>
              </a:rPr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449" y="1512557"/>
            <a:ext cx="7872730" cy="19183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Standardized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fields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consistent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format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Corrected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validated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transaction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amounts</a:t>
            </a:r>
            <a:endParaRPr sz="1800">
              <a:latin typeface="Arial MT"/>
              <a:cs typeface="Arial MT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Cleaned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standardized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categorical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fields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country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payment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mode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Ensured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duplicate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records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remained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clean,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structured,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analysis-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ready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Georgia"/>
                <a:cs typeface="Georgia"/>
              </a:rPr>
              <a:t>Task</a:t>
            </a:r>
            <a:r>
              <a:rPr b="0" spc="15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2</a:t>
            </a:r>
            <a:r>
              <a:rPr b="0" spc="15" dirty="0">
                <a:latin typeface="Georgia"/>
                <a:cs typeface="Georgia"/>
              </a:rPr>
              <a:t> </a:t>
            </a:r>
            <a:r>
              <a:rPr b="0" spc="114" dirty="0">
                <a:latin typeface="Georgia"/>
                <a:cs typeface="Georgia"/>
              </a:rPr>
              <a:t>–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65" dirty="0">
                <a:latin typeface="Georgia"/>
                <a:cs typeface="Georgia"/>
              </a:rPr>
              <a:t>Exploratory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Data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155" dirty="0">
                <a:latin typeface="Georgia"/>
                <a:cs typeface="Georgia"/>
              </a:rPr>
              <a:t>Analysis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-35" dirty="0">
                <a:latin typeface="Georgia"/>
                <a:cs typeface="Georgia"/>
              </a:rPr>
              <a:t>(EDA)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404049"/>
            <a:ext cx="7774305" cy="272034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Exploratory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(EDA)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ts val="2105"/>
              </a:lnSpc>
              <a:spcBef>
                <a:spcPts val="109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Conducted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EDA</a:t>
            </a:r>
            <a:r>
              <a:rPr sz="18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understand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patterns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distributions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ts val="2105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Focused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primarily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univariate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examine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individual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variable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Areas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Explored: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ts val="2105"/>
              </a:lnSpc>
              <a:spcBef>
                <a:spcPts val="109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demographic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distribution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ts val="205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category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ts val="205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contribution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patterns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ts val="2105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payment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preferences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5" dirty="0"/>
              <a:t> </a:t>
            </a:r>
            <a:r>
              <a:rPr spc="-10" dirty="0"/>
              <a:t>Visualizations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5"/>
            <a:ext cx="8063865" cy="280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endParaRPr sz="1800">
              <a:latin typeface="Arial"/>
              <a:cs typeface="Arial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Majority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fall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within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specific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age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range,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indicating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primary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target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demographic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Orders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Category</a:t>
            </a:r>
            <a:endParaRPr sz="1800">
              <a:latin typeface="Arial"/>
              <a:cs typeface="Arial"/>
            </a:endParaRPr>
          </a:p>
          <a:p>
            <a:pPr marL="469900" marR="79248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Certain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categories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significantly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higher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volumes,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indicating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strong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85" dirty="0">
                <a:latin typeface="Georgia"/>
                <a:cs typeface="Georgia"/>
              </a:rPr>
              <a:t>Revenue</a:t>
            </a:r>
            <a:r>
              <a:rPr b="0" spc="25" dirty="0">
                <a:latin typeface="Georgia"/>
                <a:cs typeface="Georgia"/>
              </a:rPr>
              <a:t> </a:t>
            </a:r>
            <a:r>
              <a:rPr b="0" spc="-260" dirty="0">
                <a:latin typeface="Georgia"/>
                <a:cs typeface="Georgia"/>
              </a:rPr>
              <a:t>&amp;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80" dirty="0">
                <a:latin typeface="Georgia"/>
                <a:cs typeface="Georgia"/>
              </a:rPr>
              <a:t>Trend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145" dirty="0">
                <a:latin typeface="Georgia"/>
                <a:cs typeface="Georgia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6"/>
            <a:ext cx="6666865" cy="280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Category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Identified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categories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contributing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highest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Useful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inventory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marketing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prioritization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Clr>
                <a:srgbClr val="FFFFFF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Monthly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Trend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Revealed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variations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sales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months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Indicates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possible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seasonal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trends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impacting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Georgia"/>
                <a:cs typeface="Georgia"/>
              </a:rPr>
              <a:t>Task</a:t>
            </a:r>
            <a:r>
              <a:rPr b="0" spc="-30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3</a:t>
            </a:r>
            <a:r>
              <a:rPr b="0" spc="-25" dirty="0">
                <a:latin typeface="Georgia"/>
                <a:cs typeface="Georgia"/>
              </a:rPr>
              <a:t> </a:t>
            </a:r>
            <a:r>
              <a:rPr b="0" spc="114" dirty="0">
                <a:latin typeface="Georgia"/>
                <a:cs typeface="Georgia"/>
              </a:rPr>
              <a:t>–</a:t>
            </a:r>
            <a:r>
              <a:rPr b="0" spc="-30" dirty="0">
                <a:latin typeface="Georgia"/>
                <a:cs typeface="Georgia"/>
              </a:rPr>
              <a:t> SQL </a:t>
            </a:r>
            <a:r>
              <a:rPr b="0" spc="145" dirty="0">
                <a:latin typeface="Georgia"/>
                <a:cs typeface="Georgia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6"/>
            <a:ext cx="6974840" cy="296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SQL-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SQL</a:t>
            </a:r>
            <a:r>
              <a:rPr sz="1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queries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extract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structured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dataset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Applied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aggregations,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filtering,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grouping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operations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39"/>
              </a:spcBef>
              <a:buClr>
                <a:srgbClr val="FFFFFF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Generated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SQL: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calculations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category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Time-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based summaries for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sales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performance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155" dirty="0">
                <a:latin typeface="Georgia"/>
                <a:cs typeface="Georgia"/>
              </a:rPr>
              <a:t>Task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4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spc="114" dirty="0">
                <a:latin typeface="Georgia"/>
                <a:cs typeface="Georgia"/>
              </a:rPr>
              <a:t>–</a:t>
            </a:r>
            <a:r>
              <a:rPr b="0" spc="20" dirty="0">
                <a:latin typeface="Georgia"/>
                <a:cs typeface="Georgia"/>
              </a:rPr>
              <a:t> </a:t>
            </a:r>
            <a:r>
              <a:rPr b="0" dirty="0">
                <a:latin typeface="Georgia"/>
                <a:cs typeface="Georgia"/>
              </a:rPr>
              <a:t>Data</a:t>
            </a:r>
            <a:r>
              <a:rPr b="0" spc="25" dirty="0">
                <a:latin typeface="Georgia"/>
                <a:cs typeface="Georgia"/>
              </a:rPr>
              <a:t> </a:t>
            </a:r>
            <a:r>
              <a:rPr b="0" spc="80" dirty="0">
                <a:latin typeface="Georgia"/>
                <a:cs typeface="Georgia"/>
              </a:rPr>
              <a:t>Storytelling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925" y="1553706"/>
            <a:ext cx="7737475" cy="296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Storytelling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Framed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questions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analytical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findings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Connected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results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EDA</a:t>
            </a:r>
            <a:r>
              <a:rPr sz="1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SQL</a:t>
            </a:r>
            <a:r>
              <a:rPr sz="1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coherent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narrative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39"/>
              </a:spcBef>
              <a:buClr>
                <a:srgbClr val="FFFFFF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Focus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Areas:</a:t>
            </a: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reveals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behavior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Why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important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decisions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data-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driven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strategic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planning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35" dirty="0"/>
              <a:t> </a:t>
            </a:r>
            <a:r>
              <a:rPr dirty="0"/>
              <a:t>Learnings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spc="-10" dirty="0"/>
              <a:t>Skills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Technical</a:t>
            </a:r>
            <a:r>
              <a:rPr spc="-65" dirty="0"/>
              <a:t> </a:t>
            </a:r>
            <a:r>
              <a:rPr dirty="0"/>
              <a:t>Skills</a:t>
            </a:r>
            <a:r>
              <a:rPr spc="-65" dirty="0"/>
              <a:t> </a:t>
            </a:r>
            <a:r>
              <a:rPr spc="-10" dirty="0"/>
              <a:t>Gained</a:t>
            </a: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Python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(Pandas,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Matplotlib,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Seaborn)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SQL</a:t>
            </a:r>
            <a:r>
              <a:rPr b="0" spc="-9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for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data</a:t>
            </a:r>
            <a:r>
              <a:rPr b="0" spc="-10" dirty="0">
                <a:latin typeface="Arial MT"/>
                <a:cs typeface="Arial MT"/>
              </a:rPr>
              <a:t> analysis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Data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Cleaning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Preparation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Exploratory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Data</a:t>
            </a:r>
            <a:r>
              <a:rPr b="0" spc="-10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Analysis</a:t>
            </a:r>
            <a:r>
              <a:rPr b="0" spc="-10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(EDA)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Data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Visualization</a:t>
            </a: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/>
              <a:t>Professional</a:t>
            </a:r>
            <a:r>
              <a:rPr spc="-45" dirty="0"/>
              <a:t> </a:t>
            </a:r>
            <a:r>
              <a:rPr dirty="0"/>
              <a:t>Skills</a:t>
            </a:r>
            <a:r>
              <a:rPr spc="-45" dirty="0"/>
              <a:t> </a:t>
            </a:r>
            <a:r>
              <a:rPr spc="-10" dirty="0"/>
              <a:t>Developed</a:t>
            </a: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Analytical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problem-</a:t>
            </a:r>
            <a:r>
              <a:rPr b="0" dirty="0">
                <a:latin typeface="Arial MT"/>
                <a:cs typeface="Arial MT"/>
              </a:rPr>
              <a:t>solving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thinking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b="0" dirty="0">
                <a:latin typeface="Arial MT"/>
                <a:cs typeface="Arial MT"/>
              </a:rPr>
              <a:t>Communicating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insights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clearly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5189" y="2067033"/>
            <a:ext cx="45396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THANK</a:t>
            </a:r>
            <a:r>
              <a:rPr sz="6000" spc="-350" dirty="0"/>
              <a:t> </a:t>
            </a:r>
            <a:r>
              <a:rPr sz="6000" spc="-25" dirty="0"/>
              <a:t>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435</Words>
  <Application>Microsoft Office PowerPoint</Application>
  <PresentationFormat>On-screen Show (16:9)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MT</vt:lpstr>
      <vt:lpstr>Georgia</vt:lpstr>
      <vt:lpstr>Office Theme</vt:lpstr>
      <vt:lpstr>Data Analyst Internship – End-to-End Project Portfolio</vt:lpstr>
      <vt:lpstr>Internship Overview</vt:lpstr>
      <vt:lpstr>Task 1: Data Immersion &amp; Wrangling</vt:lpstr>
      <vt:lpstr>Data Cleaning &amp; Preparation Results</vt:lpstr>
      <vt:lpstr>Task 2 – Exploratory Data Analysis (EDA)</vt:lpstr>
      <vt:lpstr>Key Visualizations</vt:lpstr>
      <vt:lpstr>Revenue &amp; Trend Analysis</vt:lpstr>
      <vt:lpstr>Task 3 – SQL Analysis</vt:lpstr>
      <vt:lpstr>Task 4 – Data Storytelling</vt:lpstr>
      <vt:lpstr>Key Learnings &amp; Skills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cp:lastModifiedBy>A Keerthana</cp:lastModifiedBy>
  <cp:revision>2</cp:revision>
  <dcterms:created xsi:type="dcterms:W3CDTF">2026-03-05T16:10:59Z</dcterms:created>
  <dcterms:modified xsi:type="dcterms:W3CDTF">2026-03-05T16:34:10Z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2026-03-05T00:00:00Z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2026-03-05T00:00:00Z</vt:filetime>
  </property>
</Properties>
</file>